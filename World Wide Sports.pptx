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DFD6B3-DE16-49C8-BD2D-F5F4F1438CEF}" v="13" dt="2026-02-24T19:09:47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31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Maslyanchuk" userId="9dd3fc9552e8eb3b" providerId="LiveId" clId="{166E3E96-B408-4980-8D62-B34BA3B2756A}"/>
    <pc:docChg chg="undo custSel modSld sldOrd">
      <pc:chgData name="Eric Maslyanchuk" userId="9dd3fc9552e8eb3b" providerId="LiveId" clId="{166E3E96-B408-4980-8D62-B34BA3B2756A}" dt="2026-02-24T19:44:45.154" v="1066"/>
      <pc:docMkLst>
        <pc:docMk/>
      </pc:docMkLst>
      <pc:sldChg chg="addSp modSp mod">
        <pc:chgData name="Eric Maslyanchuk" userId="9dd3fc9552e8eb3b" providerId="LiveId" clId="{166E3E96-B408-4980-8D62-B34BA3B2756A}" dt="2026-02-24T19:13:42.561" v="761" actId="20577"/>
        <pc:sldMkLst>
          <pc:docMk/>
          <pc:sldMk cId="268526464" sldId="257"/>
        </pc:sldMkLst>
        <pc:spChg chg="mod">
          <ac:chgData name="Eric Maslyanchuk" userId="9dd3fc9552e8eb3b" providerId="LiveId" clId="{166E3E96-B408-4980-8D62-B34BA3B2756A}" dt="2026-02-24T19:13:42.561" v="761" actId="20577"/>
          <ac:spMkLst>
            <pc:docMk/>
            <pc:sldMk cId="268526464" sldId="257"/>
            <ac:spMk id="7" creationId="{290E6C86-D8D2-436C-C667-CD1FC5609910}"/>
          </ac:spMkLst>
        </pc:spChg>
        <pc:spChg chg="add">
          <ac:chgData name="Eric Maslyanchuk" userId="9dd3fc9552e8eb3b" providerId="LiveId" clId="{166E3E96-B408-4980-8D62-B34BA3B2756A}" dt="2026-02-24T19:06:46.398" v="0"/>
          <ac:spMkLst>
            <pc:docMk/>
            <pc:sldMk cId="268526464" sldId="257"/>
            <ac:spMk id="8" creationId="{363B4E5D-C936-9A8A-A542-791C9C2EAF47}"/>
          </ac:spMkLst>
        </pc:spChg>
        <pc:spChg chg="add mod">
          <ac:chgData name="Eric Maslyanchuk" userId="9dd3fc9552e8eb3b" providerId="LiveId" clId="{166E3E96-B408-4980-8D62-B34BA3B2756A}" dt="2026-02-24T19:07:45.860" v="8"/>
          <ac:spMkLst>
            <pc:docMk/>
            <pc:sldMk cId="268526464" sldId="257"/>
            <ac:spMk id="9" creationId="{8A927171-0DE8-46D6-FB15-F97F6260C366}"/>
          </ac:spMkLst>
        </pc:spChg>
        <pc:spChg chg="add mod">
          <ac:chgData name="Eric Maslyanchuk" userId="9dd3fc9552e8eb3b" providerId="LiveId" clId="{166E3E96-B408-4980-8D62-B34BA3B2756A}" dt="2026-02-24T19:07:45.692" v="7"/>
          <ac:spMkLst>
            <pc:docMk/>
            <pc:sldMk cId="268526464" sldId="257"/>
            <ac:spMk id="10" creationId="{3938B7DD-EF1E-E658-4A02-45E33D1E0C5E}"/>
          </ac:spMkLst>
        </pc:spChg>
        <pc:spChg chg="add mod">
          <ac:chgData name="Eric Maslyanchuk" userId="9dd3fc9552e8eb3b" providerId="LiveId" clId="{166E3E96-B408-4980-8D62-B34BA3B2756A}" dt="2026-02-24T19:07:45.499" v="6"/>
          <ac:spMkLst>
            <pc:docMk/>
            <pc:sldMk cId="268526464" sldId="257"/>
            <ac:spMk id="11" creationId="{852D6B7A-22F2-579F-31EF-1C4AED561D8B}"/>
          </ac:spMkLst>
        </pc:spChg>
        <pc:spChg chg="add mod">
          <ac:chgData name="Eric Maslyanchuk" userId="9dd3fc9552e8eb3b" providerId="LiveId" clId="{166E3E96-B408-4980-8D62-B34BA3B2756A}" dt="2026-02-24T19:07:45.206" v="5"/>
          <ac:spMkLst>
            <pc:docMk/>
            <pc:sldMk cId="268526464" sldId="257"/>
            <ac:spMk id="12" creationId="{39F88AD6-D177-A7E1-D3B5-F5072233B2CC}"/>
          </ac:spMkLst>
        </pc:spChg>
        <pc:spChg chg="add">
          <ac:chgData name="Eric Maslyanchuk" userId="9dd3fc9552e8eb3b" providerId="LiveId" clId="{166E3E96-B408-4980-8D62-B34BA3B2756A}" dt="2026-02-24T19:07:57.736" v="12"/>
          <ac:spMkLst>
            <pc:docMk/>
            <pc:sldMk cId="268526464" sldId="257"/>
            <ac:spMk id="13" creationId="{FF475E11-6890-148D-F238-FBB161E39455}"/>
          </ac:spMkLst>
        </pc:spChg>
      </pc:sldChg>
      <pc:sldChg chg="addSp delSp modSp mod ord setBg">
        <pc:chgData name="Eric Maslyanchuk" userId="9dd3fc9552e8eb3b" providerId="LiveId" clId="{166E3E96-B408-4980-8D62-B34BA3B2756A}" dt="2026-02-24T19:44:45.154" v="1066"/>
        <pc:sldMkLst>
          <pc:docMk/>
          <pc:sldMk cId="3891254845" sldId="259"/>
        </pc:sldMkLst>
        <pc:spChg chg="mod">
          <ac:chgData name="Eric Maslyanchuk" userId="9dd3fc9552e8eb3b" providerId="LiveId" clId="{166E3E96-B408-4980-8D62-B34BA3B2756A}" dt="2026-02-24T19:43:53.270" v="1030" actId="26606"/>
          <ac:spMkLst>
            <pc:docMk/>
            <pc:sldMk cId="3891254845" sldId="259"/>
            <ac:spMk id="2" creationId="{40292CD3-D752-D213-9280-A99E32F69E4B}"/>
          </ac:spMkLst>
        </pc:spChg>
        <pc:spChg chg="mod">
          <ac:chgData name="Eric Maslyanchuk" userId="9dd3fc9552e8eb3b" providerId="LiveId" clId="{166E3E96-B408-4980-8D62-B34BA3B2756A}" dt="2026-02-24T19:44:16.750" v="1060" actId="313"/>
          <ac:spMkLst>
            <pc:docMk/>
            <pc:sldMk cId="3891254845" sldId="259"/>
            <ac:spMk id="3" creationId="{847A5E32-3B36-44D1-0647-612F1A4577C3}"/>
          </ac:spMkLst>
        </pc:spChg>
        <pc:spChg chg="add del">
          <ac:chgData name="Eric Maslyanchuk" userId="9dd3fc9552e8eb3b" providerId="LiveId" clId="{166E3E96-B408-4980-8D62-B34BA3B2756A}" dt="2026-02-24T19:43:53.270" v="1030" actId="26606"/>
          <ac:spMkLst>
            <pc:docMk/>
            <pc:sldMk cId="3891254845" sldId="259"/>
            <ac:spMk id="20" creationId="{352BEC0E-22F8-46D0-9632-375DB541B06C}"/>
          </ac:spMkLst>
        </pc:spChg>
        <pc:spChg chg="add del">
          <ac:chgData name="Eric Maslyanchuk" userId="9dd3fc9552e8eb3b" providerId="LiveId" clId="{166E3E96-B408-4980-8D62-B34BA3B2756A}" dt="2026-02-24T19:43:53.270" v="1030" actId="26606"/>
          <ac:spMkLst>
            <pc:docMk/>
            <pc:sldMk cId="3891254845" sldId="259"/>
            <ac:spMk id="22" creationId="{3FCFB1DE-0B7E-48CC-BA90-B2AB0889F9D6}"/>
          </ac:spMkLst>
        </pc:spChg>
        <pc:picChg chg="mod">
          <ac:chgData name="Eric Maslyanchuk" userId="9dd3fc9552e8eb3b" providerId="LiveId" clId="{166E3E96-B408-4980-8D62-B34BA3B2756A}" dt="2026-02-24T19:44:34.068" v="1064" actId="1076"/>
          <ac:picMkLst>
            <pc:docMk/>
            <pc:sldMk cId="3891254845" sldId="259"/>
            <ac:picMk id="11" creationId="{E8F5B95A-4DEE-E298-06A0-5160766387F6}"/>
          </ac:picMkLst>
        </pc:picChg>
        <pc:picChg chg="add del">
          <ac:chgData name="Eric Maslyanchuk" userId="9dd3fc9552e8eb3b" providerId="LiveId" clId="{166E3E96-B408-4980-8D62-B34BA3B2756A}" dt="2026-02-24T19:43:31.952" v="1017" actId="478"/>
          <ac:picMkLst>
            <pc:docMk/>
            <pc:sldMk cId="3891254845" sldId="259"/>
            <ac:picMk id="13" creationId="{F14A4291-03A8-56E9-EED5-DDF176080069}"/>
          </ac:picMkLst>
        </pc:picChg>
        <pc:picChg chg="add del mod">
          <ac:chgData name="Eric Maslyanchuk" userId="9dd3fc9552e8eb3b" providerId="LiveId" clId="{166E3E96-B408-4980-8D62-B34BA3B2756A}" dt="2026-02-24T19:43:59.895" v="1032" actId="478"/>
          <ac:picMkLst>
            <pc:docMk/>
            <pc:sldMk cId="3891254845" sldId="259"/>
            <ac:picMk id="15" creationId="{99E05204-EC04-309D-9059-855042F21DD9}"/>
          </ac:picMkLst>
        </pc:picChg>
        <pc:picChg chg="add mod">
          <ac:chgData name="Eric Maslyanchuk" userId="9dd3fc9552e8eb3b" providerId="LiveId" clId="{166E3E96-B408-4980-8D62-B34BA3B2756A}" dt="2026-02-24T19:44:29.523" v="1063" actId="1076"/>
          <ac:picMkLst>
            <pc:docMk/>
            <pc:sldMk cId="3891254845" sldId="259"/>
            <ac:picMk id="17" creationId="{5FB28AE1-A590-79F2-EA15-4FE28D73B7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6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91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3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7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0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5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4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8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9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3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0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EC0C652-4DE1-40EF-9D2C-9B2DD9303A0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92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1CD7-FE26-AD93-B4D2-6416C9C96C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World Wide Sports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F2C0C-D6F4-1F8B-A741-7CAC25DC60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Eric Maslyanchuk, Jake Gentry, Jorge Ortiz, Isaac Billow</a:t>
            </a:r>
          </a:p>
        </p:txBody>
      </p:sp>
    </p:spTree>
    <p:extLst>
      <p:ext uri="{BB962C8B-B14F-4D97-AF65-F5344CB8AC3E}">
        <p14:creationId xmlns:p14="http://schemas.microsoft.com/office/powerpoint/2010/main" val="1403088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92CD3-D752-D213-9280-A99E32F69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Sports Data Collection and Integration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A5E32-3B36-44D1-0647-612F1A457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Collected PGA and NFL datasets from outside sources.</a:t>
            </a:r>
          </a:p>
          <a:p>
            <a:r>
              <a:rPr lang="en-US" dirty="0"/>
              <a:t>Raw CSV data was cleaned and prepared to be imported into a SQL Server table structure.</a:t>
            </a:r>
          </a:p>
          <a:p>
            <a:r>
              <a:rPr lang="en-US" dirty="0"/>
              <a:t>Loaded data into SSMS by  import flat file.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F5B95A-4DEE-E298-06A0-516076638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758" y="3814696"/>
            <a:ext cx="2096042" cy="28123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B28AE1-A590-79F2-EA15-4FE28D73B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842" y="3753167"/>
            <a:ext cx="3479706" cy="287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5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AB862-EF9E-757E-E764-ACDF9E7C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Authentication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0E6C86-D8D2-436C-C667-CD1FC5609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completely  functional user authentication systems with SQL Servers, </a:t>
            </a:r>
            <a:r>
              <a:rPr lang="en-US" dirty="0" err="1"/>
              <a:t>TableAdapters</a:t>
            </a:r>
            <a:r>
              <a:rPr lang="en-US" dirty="0"/>
              <a:t>, and Window Forms. </a:t>
            </a:r>
          </a:p>
          <a:p>
            <a:pPr lvl="1"/>
            <a:r>
              <a:rPr lang="en-US" dirty="0"/>
              <a:t>Login form that uses a query called </a:t>
            </a:r>
            <a:r>
              <a:rPr lang="en-US" dirty="0" err="1"/>
              <a:t>CheckLogin</a:t>
            </a:r>
            <a:r>
              <a:rPr lang="en-US" dirty="0"/>
              <a:t> to verify login credentials.</a:t>
            </a:r>
          </a:p>
          <a:p>
            <a:pPr lvl="1"/>
            <a:r>
              <a:rPr lang="en-US" dirty="0"/>
              <a:t>Form called Create Account that lets users create new accounts.</a:t>
            </a:r>
          </a:p>
          <a:p>
            <a:r>
              <a:rPr lang="en-US" dirty="0" err="1"/>
              <a:t>CheckUsername</a:t>
            </a:r>
            <a:r>
              <a:rPr lang="en-US" dirty="0"/>
              <a:t> is a </a:t>
            </a:r>
            <a:r>
              <a:rPr lang="en-US" u="sng" dirty="0"/>
              <a:t>count</a:t>
            </a:r>
            <a:r>
              <a:rPr lang="en-US" dirty="0"/>
              <a:t> query that prevents duplicate usernames.</a:t>
            </a:r>
          </a:p>
          <a:p>
            <a:r>
              <a:rPr lang="en-US" dirty="0" err="1"/>
              <a:t>CreateUser</a:t>
            </a:r>
            <a:r>
              <a:rPr lang="en-US" dirty="0"/>
              <a:t> is a secure database insert action that uses an </a:t>
            </a:r>
            <a:r>
              <a:rPr lang="en-US" u="sng" dirty="0"/>
              <a:t>insert</a:t>
            </a:r>
            <a:r>
              <a:rPr lang="en-US" dirty="0"/>
              <a:t> query </a:t>
            </a:r>
          </a:p>
          <a:p>
            <a:r>
              <a:rPr lang="en-US" dirty="0"/>
              <a:t>Strong password standards are used, data integrity is guaranteed, and duplicate users are prevented.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26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CD3E0A-B6D8-20E6-7FD6-47C30F82D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606" y="1788582"/>
            <a:ext cx="5291666" cy="32808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B60336-3D80-2679-CC96-B770B5FBE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29" y="2006864"/>
            <a:ext cx="5291667" cy="28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22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</TotalTime>
  <Words>137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World Wide Sports</vt:lpstr>
      <vt:lpstr>Sports Data Collection and Integration</vt:lpstr>
      <vt:lpstr>User Authentication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Maslyanchuk</dc:creator>
  <cp:lastModifiedBy>Eric Maslyanchuk</cp:lastModifiedBy>
  <cp:revision>1</cp:revision>
  <dcterms:created xsi:type="dcterms:W3CDTF">2026-02-24T18:13:26Z</dcterms:created>
  <dcterms:modified xsi:type="dcterms:W3CDTF">2026-02-24T19:44:45Z</dcterms:modified>
</cp:coreProperties>
</file>