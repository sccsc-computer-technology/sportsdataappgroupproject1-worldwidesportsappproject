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57" r:id="rId4"/>
    <p:sldId id="258" r:id="rId5"/>
    <p:sldId id="260" r:id="rId6"/>
    <p:sldId id="262" r:id="rId7"/>
    <p:sldId id="261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DFD6B3-DE16-49C8-BD2D-F5F4F1438CEF}" v="13" dt="2026-02-24T19:09:47.3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4" autoAdjust="0"/>
    <p:restoredTop sz="94660"/>
  </p:normalViewPr>
  <p:slideViewPr>
    <p:cSldViewPr snapToGrid="0">
      <p:cViewPr varScale="1">
        <p:scale>
          <a:sx n="73" d="100"/>
          <a:sy n="73" d="100"/>
        </p:scale>
        <p:origin x="56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ic Maslyanchuk" userId="9dd3fc9552e8eb3b" providerId="LiveId" clId="{166E3E96-B408-4980-8D62-B34BA3B2756A}"/>
    <pc:docChg chg="undo custSel modSld sldOrd">
      <pc:chgData name="Eric Maslyanchuk" userId="9dd3fc9552e8eb3b" providerId="LiveId" clId="{166E3E96-B408-4980-8D62-B34BA3B2756A}" dt="2026-02-24T19:44:45.154" v="1066"/>
      <pc:docMkLst>
        <pc:docMk/>
      </pc:docMkLst>
      <pc:sldChg chg="addSp modSp mod">
        <pc:chgData name="Eric Maslyanchuk" userId="9dd3fc9552e8eb3b" providerId="LiveId" clId="{166E3E96-B408-4980-8D62-B34BA3B2756A}" dt="2026-02-24T19:13:42.561" v="761" actId="20577"/>
        <pc:sldMkLst>
          <pc:docMk/>
          <pc:sldMk cId="268526464" sldId="257"/>
        </pc:sldMkLst>
        <pc:spChg chg="mod">
          <ac:chgData name="Eric Maslyanchuk" userId="9dd3fc9552e8eb3b" providerId="LiveId" clId="{166E3E96-B408-4980-8D62-B34BA3B2756A}" dt="2026-02-24T19:13:42.561" v="761" actId="20577"/>
          <ac:spMkLst>
            <pc:docMk/>
            <pc:sldMk cId="268526464" sldId="257"/>
            <ac:spMk id="7" creationId="{290E6C86-D8D2-436C-C667-CD1FC5609910}"/>
          </ac:spMkLst>
        </pc:spChg>
        <pc:spChg chg="add">
          <ac:chgData name="Eric Maslyanchuk" userId="9dd3fc9552e8eb3b" providerId="LiveId" clId="{166E3E96-B408-4980-8D62-B34BA3B2756A}" dt="2026-02-24T19:06:46.398" v="0"/>
          <ac:spMkLst>
            <pc:docMk/>
            <pc:sldMk cId="268526464" sldId="257"/>
            <ac:spMk id="8" creationId="{363B4E5D-C936-9A8A-A542-791C9C2EAF47}"/>
          </ac:spMkLst>
        </pc:spChg>
        <pc:spChg chg="add mod">
          <ac:chgData name="Eric Maslyanchuk" userId="9dd3fc9552e8eb3b" providerId="LiveId" clId="{166E3E96-B408-4980-8D62-B34BA3B2756A}" dt="2026-02-24T19:07:45.860" v="8"/>
          <ac:spMkLst>
            <pc:docMk/>
            <pc:sldMk cId="268526464" sldId="257"/>
            <ac:spMk id="9" creationId="{8A927171-0DE8-46D6-FB15-F97F6260C366}"/>
          </ac:spMkLst>
        </pc:spChg>
        <pc:spChg chg="add mod">
          <ac:chgData name="Eric Maslyanchuk" userId="9dd3fc9552e8eb3b" providerId="LiveId" clId="{166E3E96-B408-4980-8D62-B34BA3B2756A}" dt="2026-02-24T19:07:45.692" v="7"/>
          <ac:spMkLst>
            <pc:docMk/>
            <pc:sldMk cId="268526464" sldId="257"/>
            <ac:spMk id="10" creationId="{3938B7DD-EF1E-E658-4A02-45E33D1E0C5E}"/>
          </ac:spMkLst>
        </pc:spChg>
        <pc:spChg chg="add mod">
          <ac:chgData name="Eric Maslyanchuk" userId="9dd3fc9552e8eb3b" providerId="LiveId" clId="{166E3E96-B408-4980-8D62-B34BA3B2756A}" dt="2026-02-24T19:07:45.499" v="6"/>
          <ac:spMkLst>
            <pc:docMk/>
            <pc:sldMk cId="268526464" sldId="257"/>
            <ac:spMk id="11" creationId="{852D6B7A-22F2-579F-31EF-1C4AED561D8B}"/>
          </ac:spMkLst>
        </pc:spChg>
        <pc:spChg chg="add mod">
          <ac:chgData name="Eric Maslyanchuk" userId="9dd3fc9552e8eb3b" providerId="LiveId" clId="{166E3E96-B408-4980-8D62-B34BA3B2756A}" dt="2026-02-24T19:07:45.206" v="5"/>
          <ac:spMkLst>
            <pc:docMk/>
            <pc:sldMk cId="268526464" sldId="257"/>
            <ac:spMk id="12" creationId="{39F88AD6-D177-A7E1-D3B5-F5072233B2CC}"/>
          </ac:spMkLst>
        </pc:spChg>
        <pc:spChg chg="add">
          <ac:chgData name="Eric Maslyanchuk" userId="9dd3fc9552e8eb3b" providerId="LiveId" clId="{166E3E96-B408-4980-8D62-B34BA3B2756A}" dt="2026-02-24T19:07:57.736" v="12"/>
          <ac:spMkLst>
            <pc:docMk/>
            <pc:sldMk cId="268526464" sldId="257"/>
            <ac:spMk id="13" creationId="{FF475E11-6890-148D-F238-FBB161E39455}"/>
          </ac:spMkLst>
        </pc:spChg>
      </pc:sldChg>
      <pc:sldChg chg="addSp delSp modSp mod ord setBg">
        <pc:chgData name="Eric Maslyanchuk" userId="9dd3fc9552e8eb3b" providerId="LiveId" clId="{166E3E96-B408-4980-8D62-B34BA3B2756A}" dt="2026-02-24T19:44:45.154" v="1066"/>
        <pc:sldMkLst>
          <pc:docMk/>
          <pc:sldMk cId="3891254845" sldId="259"/>
        </pc:sldMkLst>
        <pc:spChg chg="mod">
          <ac:chgData name="Eric Maslyanchuk" userId="9dd3fc9552e8eb3b" providerId="LiveId" clId="{166E3E96-B408-4980-8D62-B34BA3B2756A}" dt="2026-02-24T19:43:53.270" v="1030" actId="26606"/>
          <ac:spMkLst>
            <pc:docMk/>
            <pc:sldMk cId="3891254845" sldId="259"/>
            <ac:spMk id="2" creationId="{40292CD3-D752-D213-9280-A99E32F69E4B}"/>
          </ac:spMkLst>
        </pc:spChg>
        <pc:spChg chg="mod">
          <ac:chgData name="Eric Maslyanchuk" userId="9dd3fc9552e8eb3b" providerId="LiveId" clId="{166E3E96-B408-4980-8D62-B34BA3B2756A}" dt="2026-02-24T19:44:16.750" v="1060" actId="313"/>
          <ac:spMkLst>
            <pc:docMk/>
            <pc:sldMk cId="3891254845" sldId="259"/>
            <ac:spMk id="3" creationId="{847A5E32-3B36-44D1-0647-612F1A4577C3}"/>
          </ac:spMkLst>
        </pc:spChg>
        <pc:spChg chg="add del">
          <ac:chgData name="Eric Maslyanchuk" userId="9dd3fc9552e8eb3b" providerId="LiveId" clId="{166E3E96-B408-4980-8D62-B34BA3B2756A}" dt="2026-02-24T19:43:53.270" v="1030" actId="26606"/>
          <ac:spMkLst>
            <pc:docMk/>
            <pc:sldMk cId="3891254845" sldId="259"/>
            <ac:spMk id="20" creationId="{352BEC0E-22F8-46D0-9632-375DB541B06C}"/>
          </ac:spMkLst>
        </pc:spChg>
        <pc:spChg chg="add del">
          <ac:chgData name="Eric Maslyanchuk" userId="9dd3fc9552e8eb3b" providerId="LiveId" clId="{166E3E96-B408-4980-8D62-B34BA3B2756A}" dt="2026-02-24T19:43:53.270" v="1030" actId="26606"/>
          <ac:spMkLst>
            <pc:docMk/>
            <pc:sldMk cId="3891254845" sldId="259"/>
            <ac:spMk id="22" creationId="{3FCFB1DE-0B7E-48CC-BA90-B2AB0889F9D6}"/>
          </ac:spMkLst>
        </pc:spChg>
        <pc:picChg chg="mod">
          <ac:chgData name="Eric Maslyanchuk" userId="9dd3fc9552e8eb3b" providerId="LiveId" clId="{166E3E96-B408-4980-8D62-B34BA3B2756A}" dt="2026-02-24T19:44:34.068" v="1064" actId="1076"/>
          <ac:picMkLst>
            <pc:docMk/>
            <pc:sldMk cId="3891254845" sldId="259"/>
            <ac:picMk id="11" creationId="{E8F5B95A-4DEE-E298-06A0-5160766387F6}"/>
          </ac:picMkLst>
        </pc:picChg>
        <pc:picChg chg="add del">
          <ac:chgData name="Eric Maslyanchuk" userId="9dd3fc9552e8eb3b" providerId="LiveId" clId="{166E3E96-B408-4980-8D62-B34BA3B2756A}" dt="2026-02-24T19:43:31.952" v="1017" actId="478"/>
          <ac:picMkLst>
            <pc:docMk/>
            <pc:sldMk cId="3891254845" sldId="259"/>
            <ac:picMk id="13" creationId="{F14A4291-03A8-56E9-EED5-DDF176080069}"/>
          </ac:picMkLst>
        </pc:picChg>
        <pc:picChg chg="add del mod">
          <ac:chgData name="Eric Maslyanchuk" userId="9dd3fc9552e8eb3b" providerId="LiveId" clId="{166E3E96-B408-4980-8D62-B34BA3B2756A}" dt="2026-02-24T19:43:59.895" v="1032" actId="478"/>
          <ac:picMkLst>
            <pc:docMk/>
            <pc:sldMk cId="3891254845" sldId="259"/>
            <ac:picMk id="15" creationId="{99E05204-EC04-309D-9059-855042F21DD9}"/>
          </ac:picMkLst>
        </pc:picChg>
        <pc:picChg chg="add mod">
          <ac:chgData name="Eric Maslyanchuk" userId="9dd3fc9552e8eb3b" providerId="LiveId" clId="{166E3E96-B408-4980-8D62-B34BA3B2756A}" dt="2026-02-24T19:44:29.523" v="1063" actId="1076"/>
          <ac:picMkLst>
            <pc:docMk/>
            <pc:sldMk cId="3891254845" sldId="259"/>
            <ac:picMk id="17" creationId="{5FB28AE1-A590-79F2-EA15-4FE28D73B73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0C652-4DE1-40EF-9D2C-9B2DD9303A0B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C7685-7BC8-4926-8388-2B0085074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564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0C652-4DE1-40EF-9D2C-9B2DD9303A0B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C7685-7BC8-4926-8388-2B0085074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991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0C652-4DE1-40EF-9D2C-9B2DD9303A0B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C7685-7BC8-4926-8388-2B0085074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238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0C652-4DE1-40EF-9D2C-9B2DD9303A0B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C7685-7BC8-4926-8388-2B0085074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676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0C652-4DE1-40EF-9D2C-9B2DD9303A0B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C7685-7BC8-4926-8388-2B0085074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408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0C652-4DE1-40EF-9D2C-9B2DD9303A0B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C7685-7BC8-4926-8388-2B0085074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958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0C652-4DE1-40EF-9D2C-9B2DD9303A0B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C7685-7BC8-4926-8388-2B0085074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447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0C652-4DE1-40EF-9D2C-9B2DD9303A0B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C7685-7BC8-4926-8388-2B0085074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82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0C652-4DE1-40EF-9D2C-9B2DD9303A0B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C7685-7BC8-4926-8388-2B0085074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693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0C652-4DE1-40EF-9D2C-9B2DD9303A0B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C7685-7BC8-4926-8388-2B0085074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433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0C652-4DE1-40EF-9D2C-9B2DD9303A0B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C7685-7BC8-4926-8388-2B0085074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508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6EC0C652-4DE1-40EF-9D2C-9B2DD9303A0B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D56C7685-7BC8-4926-8388-2B00850740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0920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21CD7-FE26-AD93-B4D2-6416C9C96C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World Wide Sports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FF2C0C-D6F4-1F8B-A741-7CAC25DC60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Eric Maslyanchuk, Jake Gentry, Jorge Ortiz, Isaac Billow</a:t>
            </a:r>
          </a:p>
        </p:txBody>
      </p:sp>
    </p:spTree>
    <p:extLst>
      <p:ext uri="{BB962C8B-B14F-4D97-AF65-F5344CB8AC3E}">
        <p14:creationId xmlns:p14="http://schemas.microsoft.com/office/powerpoint/2010/main" val="1403088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92CD3-D752-D213-9280-A99E32F69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Sports Data Collection and Integration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A5E32-3B36-44D1-0647-612F1A4577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Collected PGA and NFL datasets from outside sources.</a:t>
            </a:r>
          </a:p>
          <a:p>
            <a:r>
              <a:rPr lang="en-US" dirty="0"/>
              <a:t>Raw CSV data was cleaned and prepared to be imported into a SQL Server table structure.</a:t>
            </a:r>
          </a:p>
          <a:p>
            <a:r>
              <a:rPr lang="en-US" dirty="0"/>
              <a:t>Loaded data into SSMS by  import flat file.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8F5B95A-4DEE-E298-06A0-5160766387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758" y="3814696"/>
            <a:ext cx="2096042" cy="281233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FB28AE1-A590-79F2-EA15-4FE28D73B7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4842" y="3753167"/>
            <a:ext cx="3479706" cy="2873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254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AB862-EF9E-757E-E764-ACDF9E7CA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User Authentication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90E6C86-D8D2-436C-C667-CD1FC56099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Create a completely  functional user authentication systems with SQL Servers, </a:t>
            </a:r>
            <a:r>
              <a:rPr lang="en-US" dirty="0" err="1"/>
              <a:t>TableAdapters</a:t>
            </a:r>
            <a:r>
              <a:rPr lang="en-US" dirty="0"/>
              <a:t>, and Window Forms. </a:t>
            </a:r>
          </a:p>
          <a:p>
            <a:pPr lvl="1"/>
            <a:r>
              <a:rPr lang="en-US" dirty="0"/>
              <a:t>Login form that uses a query called </a:t>
            </a:r>
            <a:r>
              <a:rPr lang="en-US" dirty="0" err="1"/>
              <a:t>CheckLogin</a:t>
            </a:r>
            <a:r>
              <a:rPr lang="en-US" dirty="0"/>
              <a:t> to verify login credentials.</a:t>
            </a:r>
          </a:p>
          <a:p>
            <a:pPr lvl="1"/>
            <a:r>
              <a:rPr lang="en-US" dirty="0"/>
              <a:t>Form called Create Account that lets users create new accounts.</a:t>
            </a:r>
          </a:p>
          <a:p>
            <a:r>
              <a:rPr lang="en-US" dirty="0" err="1"/>
              <a:t>CheckUsername</a:t>
            </a:r>
            <a:r>
              <a:rPr lang="en-US" dirty="0"/>
              <a:t> is a </a:t>
            </a:r>
            <a:r>
              <a:rPr lang="en-US" u="sng" dirty="0"/>
              <a:t>count</a:t>
            </a:r>
            <a:r>
              <a:rPr lang="en-US" dirty="0"/>
              <a:t> query that prevents duplicate usernames.</a:t>
            </a:r>
          </a:p>
          <a:p>
            <a:r>
              <a:rPr lang="en-US" dirty="0" err="1"/>
              <a:t>CreateUser</a:t>
            </a:r>
            <a:r>
              <a:rPr lang="en-US" dirty="0"/>
              <a:t> is a secure database insert action that uses an </a:t>
            </a:r>
            <a:r>
              <a:rPr lang="en-US" u="sng" dirty="0"/>
              <a:t>insert</a:t>
            </a:r>
            <a:r>
              <a:rPr lang="en-US" dirty="0"/>
              <a:t> query </a:t>
            </a:r>
          </a:p>
          <a:p>
            <a:r>
              <a:rPr lang="en-US" dirty="0"/>
              <a:t>Strong password standards are used, data integrity is guaranteed, and duplicate users are prevented.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526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8CD3E0A-B6D8-20E6-7FD6-47C30F82D9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3606" y="1788582"/>
            <a:ext cx="5291666" cy="328083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AB60336-3D80-2679-CC96-B770B5FBEA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729" y="2006864"/>
            <a:ext cx="5291667" cy="2844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022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85B30-7ACF-9C8A-DFE7-7BACB71AA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Seamless Main Page &amp; User Preferences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5DCD9-0FBD-4AEA-0DA6-FD8E3E9ADE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Main Page is connected to every other form, and saves the users favorite NFL team and PGA Player</a:t>
            </a:r>
          </a:p>
          <a:p>
            <a:pPr lvl="1"/>
            <a:r>
              <a:rPr lang="en-US" sz="1600" dirty="0"/>
              <a:t>For every other form in this application, it is run through the main page acting as a home page for users</a:t>
            </a:r>
          </a:p>
          <a:p>
            <a:pPr lvl="1"/>
            <a:r>
              <a:rPr lang="en-US" sz="1600" dirty="0"/>
              <a:t>First the user must have a successful login to set their account using the </a:t>
            </a:r>
            <a:r>
              <a:rPr lang="en-US" sz="1600" dirty="0" err="1"/>
              <a:t>SetAccount</a:t>
            </a:r>
            <a:r>
              <a:rPr lang="en-US" sz="1600" dirty="0"/>
              <a:t> method storing the userId and username in a local variable to use the main page</a:t>
            </a:r>
          </a:p>
          <a:p>
            <a:r>
              <a:rPr lang="en-US" dirty="0"/>
              <a:t>Saving the users NFL team and PGA player</a:t>
            </a:r>
          </a:p>
          <a:p>
            <a:pPr lvl="1"/>
            <a:r>
              <a:rPr lang="en-US" sz="1600" dirty="0"/>
              <a:t>On form load, the NFL and PGA data is pulled from the database into a </a:t>
            </a:r>
            <a:r>
              <a:rPr lang="en-US" sz="1600" dirty="0" err="1"/>
              <a:t>DataSet</a:t>
            </a:r>
            <a:r>
              <a:rPr lang="en-US" sz="1600" dirty="0"/>
              <a:t> using </a:t>
            </a:r>
            <a:r>
              <a:rPr lang="en-US" sz="1600" dirty="0" err="1"/>
              <a:t>TableAdapters</a:t>
            </a:r>
            <a:r>
              <a:rPr lang="en-US" sz="1600" dirty="0"/>
              <a:t>, then the NFL teams and PGA Players are loaded both being bound to their combo boxes.</a:t>
            </a:r>
          </a:p>
          <a:p>
            <a:pPr lvl="1"/>
            <a:r>
              <a:rPr lang="en-US" sz="1600" dirty="0"/>
              <a:t>The current user will save their favorite team and player which will be store in the favorite team and players table storing the </a:t>
            </a:r>
            <a:r>
              <a:rPr lang="en-US" sz="1600" dirty="0" err="1"/>
              <a:t>userId</a:t>
            </a:r>
            <a:r>
              <a:rPr lang="en-US" sz="1600" dirty="0"/>
              <a:t> and their choice</a:t>
            </a:r>
          </a:p>
          <a:p>
            <a:pPr lvl="1"/>
            <a:r>
              <a:rPr lang="en-US" sz="1600" dirty="0"/>
              <a:t>When saved the application will check the userId in the </a:t>
            </a:r>
            <a:r>
              <a:rPr lang="en-US" sz="1600" dirty="0" err="1"/>
              <a:t>FavoriteNFLTeams</a:t>
            </a:r>
            <a:r>
              <a:rPr lang="en-US" sz="1600" dirty="0"/>
              <a:t> or </a:t>
            </a:r>
            <a:r>
              <a:rPr lang="en-US" sz="1600" dirty="0" err="1"/>
              <a:t>FavoritePGAPlayers</a:t>
            </a:r>
            <a:r>
              <a:rPr lang="en-US" sz="1600" dirty="0"/>
              <a:t> tables and see if an insert query needs to insert for a new user or update the current user’s preference</a:t>
            </a:r>
          </a:p>
        </p:txBody>
      </p:sp>
    </p:spTree>
    <p:extLst>
      <p:ext uri="{BB962C8B-B14F-4D97-AF65-F5344CB8AC3E}">
        <p14:creationId xmlns:p14="http://schemas.microsoft.com/office/powerpoint/2010/main" val="1068543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1E6822-39C7-02CF-F196-0EFE3E33F0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632" y="2427944"/>
            <a:ext cx="3517119" cy="1995965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CD67800-37AC-4E14-89B0-F79DCB3FB8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16560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1413DB28-B45D-6FAF-B044-DEDADA4AF1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0676" y="2448735"/>
            <a:ext cx="3537345" cy="1954383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0F1788F-A5AE-4188-8274-F7F2E3833E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995920" y="1573887"/>
            <a:ext cx="0" cy="3710227"/>
          </a:xfrm>
          <a:prstGeom prst="line">
            <a:avLst/>
          </a:prstGeom>
          <a:ln w="19050">
            <a:solidFill>
              <a:srgbClr val="7F7F7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9C7B510E-0DFF-95F8-4B6F-57A1BC1067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2336" y="2427945"/>
            <a:ext cx="3517120" cy="1995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4878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4570B-BA7D-E33F-E959-090A456C2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Upcoming Fixtures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A2F0E-6537-7735-0E33-9032AAA04B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upcoming fixtures for NFL Games and PGA Tournaments</a:t>
            </a:r>
          </a:p>
          <a:p>
            <a:pPr marL="0" indent="0">
              <a:buNone/>
            </a:pPr>
            <a:endParaRPr lang="en-US" dirty="0"/>
          </a:p>
          <a:p>
            <a:pPr lvl="1"/>
            <a:r>
              <a:rPr lang="en-US" dirty="0"/>
              <a:t>Used the </a:t>
            </a:r>
            <a:r>
              <a:rPr lang="en-US" dirty="0" err="1"/>
              <a:t>NFLGames</a:t>
            </a:r>
            <a:r>
              <a:rPr lang="en-US" dirty="0"/>
              <a:t> class and the </a:t>
            </a:r>
            <a:r>
              <a:rPr lang="en-US" dirty="0" err="1"/>
              <a:t>PGAPlayerStats</a:t>
            </a:r>
            <a:r>
              <a:rPr lang="en-US" dirty="0"/>
              <a:t> class to </a:t>
            </a:r>
            <a:r>
              <a:rPr lang="en-US" dirty="0" err="1"/>
              <a:t>to</a:t>
            </a:r>
            <a:r>
              <a:rPr lang="en-US" dirty="0"/>
              <a:t> hold the data pulled from the database using </a:t>
            </a:r>
            <a:r>
              <a:rPr lang="en-US" dirty="0" err="1"/>
              <a:t>TableAdapters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dirty="0"/>
              <a:t>Used LINQ to filter the </a:t>
            </a:r>
            <a:r>
              <a:rPr lang="en-US" dirty="0" err="1"/>
              <a:t>NFL_Games</a:t>
            </a:r>
            <a:r>
              <a:rPr lang="en-US" dirty="0"/>
              <a:t> table for only Week 1 of the 2025 season, and mapped each row to </a:t>
            </a:r>
            <a:r>
              <a:rPr lang="en-US" dirty="0" err="1"/>
              <a:t>NFLGames</a:t>
            </a:r>
            <a:r>
              <a:rPr lang="en-US" dirty="0"/>
              <a:t> object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dirty="0"/>
              <a:t>Used LINQ to filter the PGA_ALL_TOURNAMENTS table for only 2025 tournaments, and making sure duplicates were removed</a:t>
            </a:r>
          </a:p>
        </p:txBody>
      </p:sp>
    </p:spTree>
    <p:extLst>
      <p:ext uri="{BB962C8B-B14F-4D97-AF65-F5344CB8AC3E}">
        <p14:creationId xmlns:p14="http://schemas.microsoft.com/office/powerpoint/2010/main" val="42752037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34102B-1A56-BF50-FFFB-E32FA5A8DD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008" y="643466"/>
            <a:ext cx="6793984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746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188</TotalTime>
  <Words>396</Words>
  <Application>Microsoft Office PowerPoint</Application>
  <PresentationFormat>Widescreen</PresentationFormat>
  <Paragraphs>29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World Wide Sports</vt:lpstr>
      <vt:lpstr>Sports Data Collection and Integration</vt:lpstr>
      <vt:lpstr>User Authentication</vt:lpstr>
      <vt:lpstr>PowerPoint Presentation</vt:lpstr>
      <vt:lpstr>Seamless Main Page &amp; User Preferences</vt:lpstr>
      <vt:lpstr>PowerPoint Presentation</vt:lpstr>
      <vt:lpstr>Upcoming Fixtures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Eric Maslyanchuk</dc:creator>
  <cp:lastModifiedBy>Gentry, Jake F(461)</cp:lastModifiedBy>
  <cp:revision>4</cp:revision>
  <dcterms:created xsi:type="dcterms:W3CDTF">2026-02-24T18:13:26Z</dcterms:created>
  <dcterms:modified xsi:type="dcterms:W3CDTF">2026-03-02T09:25:08Z</dcterms:modified>
</cp:coreProperties>
</file>